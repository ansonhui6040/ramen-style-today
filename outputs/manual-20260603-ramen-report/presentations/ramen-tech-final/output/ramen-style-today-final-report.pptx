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3efa6482654572" /><Relationship Type="http://schemas.openxmlformats.org/officeDocument/2006/relationships/extended-properties" Target="/docProps/app.xml" Id="R8a1f1d1b14754850" /><Relationship Type="http://schemas.openxmlformats.org/officeDocument/2006/relationships/officeDocument" Target="/ppt/presentation.xml" Id="R02bd3660d1ed41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5c13a24b7440c8"/>
  </p:sldMasterIdLst>
  <p:notesMasterIdLst>
    <p:notesMasterId xmlns:r="http://schemas.openxmlformats.org/officeDocument/2006/relationships" r:id="Rb4220efe2d5c4f2d"/>
  </p:notesMasterIdLst>
  <p:sldIdLst>
    <p:sldId xmlns:r="http://schemas.openxmlformats.org/officeDocument/2006/relationships" id="256" r:id="Rff1a8eba1e7643fd"/>
    <p:sldId xmlns:r="http://schemas.openxmlformats.org/officeDocument/2006/relationships" id="257" r:id="Ra5e56ead9100452d"/>
    <p:sldId xmlns:r="http://schemas.openxmlformats.org/officeDocument/2006/relationships" id="258" r:id="R9f9e76c837244573"/>
    <p:sldId xmlns:r="http://schemas.openxmlformats.org/officeDocument/2006/relationships" id="259" r:id="R29b7a61954654d18"/>
    <p:sldId xmlns:r="http://schemas.openxmlformats.org/officeDocument/2006/relationships" id="260" r:id="R63c2900a83944593"/>
    <p:sldId xmlns:r="http://schemas.openxmlformats.org/officeDocument/2006/relationships" id="261" r:id="Re63c2754f9744cd8"/>
    <p:sldId xmlns:r="http://schemas.openxmlformats.org/officeDocument/2006/relationships" id="262" r:id="Ra85e46190e1147cc"/>
    <p:sldId xmlns:r="http://schemas.openxmlformats.org/officeDocument/2006/relationships" id="263" r:id="Rd5c37f58bc184f39"/>
    <p:sldId xmlns:r="http://schemas.openxmlformats.org/officeDocument/2006/relationships" id="264" r:id="R1dd8ddf73dbc4e65"/>
    <p:sldId xmlns:r="http://schemas.openxmlformats.org/officeDocument/2006/relationships" id="265" r:id="Rc0330386e4a3487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8731bdf4174d4f" /><Relationship Type="http://schemas.openxmlformats.org/officeDocument/2006/relationships/slideMaster" Target="/ppt/slideMasters/slideMaster1.xml" Id="Raf5c13a24b7440c8" /><Relationship Type="http://schemas.openxmlformats.org/officeDocument/2006/relationships/notesMaster" Target="/ppt/notesMasters/notesMaster1.xml" Id="Rb4220efe2d5c4f2d" /><Relationship Type="http://schemas.openxmlformats.org/officeDocument/2006/relationships/presProps" Target="/ppt/presProps.xml" Id="Ree1b408c372f476a" /><Relationship Type="http://schemas.openxmlformats.org/officeDocument/2006/relationships/viewProps" Target="/ppt/viewProps.xml" Id="Red381155dce84235" /><Relationship Type="http://schemas.openxmlformats.org/officeDocument/2006/relationships/tableStyles" Target="/ppt/tableStyles.xml" Id="Rd241164617864740" /><Relationship Type="http://schemas.openxmlformats.org/officeDocument/2006/relationships/slide" Target="/ppt/slides/slide1.xml" Id="Rff1a8eba1e7643fd" /><Relationship Type="http://schemas.openxmlformats.org/officeDocument/2006/relationships/slide" Target="/ppt/slides/slide2.xml" Id="Ra5e56ead9100452d" /><Relationship Type="http://schemas.openxmlformats.org/officeDocument/2006/relationships/slide" Target="/ppt/slides/slide3.xml" Id="R9f9e76c837244573" /><Relationship Type="http://schemas.openxmlformats.org/officeDocument/2006/relationships/slide" Target="/ppt/slides/slide4.xml" Id="R29b7a61954654d18" /><Relationship Type="http://schemas.openxmlformats.org/officeDocument/2006/relationships/slide" Target="/ppt/slides/slide5.xml" Id="R63c2900a83944593" /><Relationship Type="http://schemas.openxmlformats.org/officeDocument/2006/relationships/slide" Target="/ppt/slides/slide6.xml" Id="Re63c2754f9744cd8" /><Relationship Type="http://schemas.openxmlformats.org/officeDocument/2006/relationships/slide" Target="/ppt/slides/slide7.xml" Id="Ra85e46190e1147cc" /><Relationship Type="http://schemas.openxmlformats.org/officeDocument/2006/relationships/slide" Target="/ppt/slides/slide8.xml" Id="Rd5c37f58bc184f39" /><Relationship Type="http://schemas.openxmlformats.org/officeDocument/2006/relationships/slide" Target="/ppt/slides/slide9.xml" Id="R1dd8ddf73dbc4e65" /><Relationship Type="http://schemas.openxmlformats.org/officeDocument/2006/relationships/slide" Target="/ppt/slides/slide10.xml" Id="Rc0330386e4a348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a5d8b693c7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85cfb3d9b242e8" /><Relationship Type="http://schemas.openxmlformats.org/officeDocument/2006/relationships/notesMaster" Target="/ppt/notesMasters/notesMaster1.xml" Id="Raf32c0dff1584e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bbe37fe3184a47" /><Relationship Type="http://schemas.openxmlformats.org/officeDocument/2006/relationships/notesMaster" Target="/ppt/notesMasters/notesMaster1.xml" Id="R8b964994f34a43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33a3d63cae4a93" /><Relationship Type="http://schemas.openxmlformats.org/officeDocument/2006/relationships/notesMaster" Target="/ppt/notesMasters/notesMaster1.xml" Id="Red38e3f0cfd648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00091f63e84d79" /><Relationship Type="http://schemas.openxmlformats.org/officeDocument/2006/relationships/notesMaster" Target="/ppt/notesMasters/notesMaster1.xml" Id="Rb66e8c4d10a54c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329547445e4016" /><Relationship Type="http://schemas.openxmlformats.org/officeDocument/2006/relationships/notesMaster" Target="/ppt/notesMasters/notesMaster1.xml" Id="Rd4ab4e39e6f047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c6fb90d2514879" /><Relationship Type="http://schemas.openxmlformats.org/officeDocument/2006/relationships/notesMaster" Target="/ppt/notesMasters/notesMaster1.xml" Id="R84cf0001b96440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2c16a3f61647a1" /><Relationship Type="http://schemas.openxmlformats.org/officeDocument/2006/relationships/notesMaster" Target="/ppt/notesMasters/notesMaster1.xml" Id="Rfc7eea82633d48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fbcd1522da4d6e" /><Relationship Type="http://schemas.openxmlformats.org/officeDocument/2006/relationships/notesMaster" Target="/ppt/notesMasters/notesMaster1.xml" Id="R1b65a530251f45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7fdb92d103422d" /><Relationship Type="http://schemas.openxmlformats.org/officeDocument/2006/relationships/notesMaster" Target="/ppt/notesMasters/notesMaster1.xml" Id="R2373a7b7e31043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ea81f73ea14183" /><Relationship Type="http://schemas.openxmlformats.org/officeDocument/2006/relationships/notesMaster" Target="/ppt/notesMasters/notesMaster1.xml" Id="R6949042d9d794c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70c862592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c79861dd6f4253" /><Relationship Type="http://schemas.openxmlformats.org/officeDocument/2006/relationships/slideLayout" Target="/ppt/slideLayouts/slideLayout1.xml" Id="Rdc937947e8f247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937947e8f247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605198db24de9" /><Relationship Type="http://schemas.openxmlformats.org/officeDocument/2006/relationships/image" Target="/ppt/media/image.png" Id="Rdc777ccaf30648dd" /><Relationship Type="http://schemas.openxmlformats.org/officeDocument/2006/relationships/notesSlide" Target="/ppt/notesSlides/notesSlide1.xml" Id="R305a208cd0f245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6e59a9c8c4468" /><Relationship Type="http://schemas.openxmlformats.org/officeDocument/2006/relationships/notesSlide" Target="/ppt/notesSlides/notesSlide2.xml" Id="R55dfd1b9728e41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39db48ce540af" /><Relationship Type="http://schemas.openxmlformats.org/officeDocument/2006/relationships/image" Target="/ppt/media/image2.png" Id="Rf7cb884f911b4ee6" /><Relationship Type="http://schemas.openxmlformats.org/officeDocument/2006/relationships/notesSlide" Target="/ppt/notesSlides/notesSlide3.xml" Id="R93b772b6537841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5a3e12a23405d" /><Relationship Type="http://schemas.openxmlformats.org/officeDocument/2006/relationships/notesSlide" Target="/ppt/notesSlides/notesSlide4.xml" Id="R86ac41baf4bf44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445a4bd4b4638" /><Relationship Type="http://schemas.openxmlformats.org/officeDocument/2006/relationships/notesSlide" Target="/ppt/notesSlides/notesSlide5.xml" Id="Ra007cdb23e2a4f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ca54916584855" /><Relationship Type="http://schemas.openxmlformats.org/officeDocument/2006/relationships/notesSlide" Target="/ppt/notesSlides/notesSlide6.xml" Id="R2acc2b9a1a8044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073003ef04255" /><Relationship Type="http://schemas.openxmlformats.org/officeDocument/2006/relationships/notesSlide" Target="/ppt/notesSlides/notesSlide7.xml" Id="R1034f42e45a14b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f2ef46f0e47f3" /><Relationship Type="http://schemas.openxmlformats.org/officeDocument/2006/relationships/notesSlide" Target="/ppt/notesSlides/notesSlide8.xml" Id="R715110dedeed4b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bd025bd214494" /><Relationship Type="http://schemas.openxmlformats.org/officeDocument/2006/relationships/notesSlide" Target="/ppt/notesSlides/notesSlide9.xml" Id="R7e0a0266c2b84f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f535686dd4373" /><Relationship Type="http://schemas.openxmlformats.org/officeDocument/2006/relationships/image" Target="/ppt/media/image3.png" Id="Rc6b8acbfba6548d1" /><Relationship Type="http://schemas.openxmlformats.org/officeDocument/2006/relationships/notesSlide" Target="/ppt/notesSlides/notesSlide10.xml" Id="Re84b5880e6214f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E6608-F05A-4538-A7F5-01A605F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C1F0D-3EC2-4BF0-9927-E00C20D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2B92F-3843-4165-BDE7-F40338E6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EB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EB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D531-31F5-49A6-B43F-63EC327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期末報告 · 10 分鐘版本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CC2AD-0DE4-45E5-B26D-AE1AE13C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rPr>
              <a:t>Ramen Style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CAF0D-1154-4EBE-8D40-741C03B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把 8 題口味選擇，轉成看得懂的拉麵風格推薦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77ccaf30648dd"/>
          <a:srcRect xmlns:a="http://schemas.openxmlformats.org/drawingml/2006/main" l="29408" t="0" r="294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685800"/>
            <a:ext cx="3905250" cy="5334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38737-CF6E-4C3E-AB5B-1987F588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"/>
            <a:ext cx="95250" cy="571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AB892-4E2F-4552-8993-2FC06820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64A2D-2C29-46BE-BC70-6407297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題問卷完成一次推薦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9F6D1-3CA3-437F-86CD-1EABD196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814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C47BC-AC69-49B5-8832-D6B00C67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1338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個前台拉麵風格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749E0-9C0A-4DD4-8E8B-F7EC9077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81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8D8C4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E8D8C4"/>
                </a:solidFill>
                <a:latin typeface="Aptos Display"/>
                <a:ea typeface="Aptos Display"/>
                <a:cs typeface="Aptos Display"/>
              </a:rPr>
              <a:t>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7B48B-9CE8-491C-BE39-73E978DD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個核心計分型別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FEAD-60C4-4DFA-B002-C3201471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E7203-4633-497E-A8C9-FC100F3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主題：前端互動問卷 + 規則式推薦系統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DFCC1-0B56-4BED-8C9E-1205FD49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8A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8A5"/>
                </a:solidFill>
                <a:latin typeface="Aptos"/>
                <a:ea typeface="Aptos"/>
                <a:cs typeface="Aptos"/>
              </a:rPr>
              <a:t>來源：README.md、docs/spec.md、現行本機 App 截圖</a:t>
            </a:r>
          </a:p>
        </p:txBody>
      </p:sp>
    </p:spTree>
    <p:extLst>
      <p:ext uri="{BB962C8B-B14F-4D97-AF65-F5344CB8AC3E}">
        <p14:creationId xmlns:p14="http://schemas.microsoft.com/office/powerpoint/2010/main" val="17755386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35BC5-DAC8-43DC-8F2D-867458E2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791A8-35B9-491B-BF95-DDB2A624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F5A14-73E1-4989-A997-34AE8BB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B776C-BB01-4629-A0C1-57614953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01 · 為什麼需要這個系統？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F272B-2851-4006-8FF1-5F894A46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使用者其實不是想看分類表，而是想快速決定今天吃什麼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F4119-91A0-496F-8230-6103465D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技術規格的核心目的：把複雜拉麵知識藏在系統後面，讓前台只留下容易回答的選擇。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3E846-8A80-44F4-BD4A-847A5203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8FCBF-F389-4A39-B8CB-2AF9E4C9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一般使用者的困難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C704B-F14C-43C2-AE84-1E4B8CD5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38F77-86F0-4426-BEBC-67DBE90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57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拉麵分類太多，醬油、鹽味、白湯、沾麵常被混在一起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BD873-8E79-45FF-8D57-428C027E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C303C-96FF-49D4-9581-B86B8332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只看店家菜單，不一定知道哪一碗符合今天胃口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5BAFE-3153-4C13-9877-397846D7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763B26-2F88-4016-9AAD-21CE2485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系統要做的事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7474A-3DD8-451C-B53C-2A8D48E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43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32A54-6D13-4E68-AFEF-87F8491B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575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先問形式，再問口味、濃淡、麵體與不吃的食材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E6906-D472-4061-B1F7-8CBCB8E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09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B41B4-3B4F-4194-A712-AB403C69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用規則計分，輸出 Top 3 與可回看的理由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EAFD8-9BA1-430D-AA05-E3203987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7F77E9-14A2-4B4E-B0E1-56DAEC3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43150"/>
            <a:ext cx="2609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報告時的一句話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72C4C-2CFF-46B1-8ABD-AFF67BCE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527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6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F7D66"/>
                </a:solidFill>
                <a:latin typeface="Aptos"/>
                <a:ea typeface="Aptos"/>
                <a:cs typeface="Aptos"/>
              </a:rPr>
              <a:t>這不是單純的表單；它是把「拉麵口味知識」做成可以互動、可以解釋、可以擴充的推薦流程。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28649B-075D-4551-8260-008DDD7E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使用者視角：少想分類名稱，多回答今天的口味狀態。</a:t>
            </a:r>
          </a:p>
        </p:txBody>
      </p:sp>
    </p:spTree>
    <p:extLst>
      <p:ext uri="{BB962C8B-B14F-4D97-AF65-F5344CB8AC3E}">
        <p14:creationId xmlns:p14="http://schemas.microsoft.com/office/powerpoint/2010/main" val="17186887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234335-45D8-48A5-86C5-B6154519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B6BCD-92BB-4C35-B5D1-86D3EF7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3595F-8A74-480F-9786-05C11D9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2C106-50B6-4053-8666-12EB3AE9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02 · 使用流程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1974A-F195-404C-BBD6-897CEFC4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前台只看到四步：回答、排除、看結果、回看理由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99C2-39AC-4B41-A700-22EB576B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Q1 會決定 Q2 的選項，後面題目共用；這讓流程簡短，也避免把湯麵、沾麵與乾拌混在一起算。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61C0F-900B-4F22-8097-1A1246E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18A1D-8FE7-4C42-A550-8FBE0014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4C912-CE0D-447D-9BC4-3E3924E3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先選形式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DFAD7-72A0-460B-BED7-85DC3225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湯、沾、拌先分開，避免推薦方向一開始就混亂。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A1B8F-BE7D-48A4-BBA3-3055AFB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718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56B92-8DEB-41D7-BC94-EBBD0701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956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A9BB6-F554-4B3D-A1DE-52FD4300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C951AB-857C-4415-ABC6-5CC4C662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289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91202-20E0-49FF-8739-C0F5799D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回答口味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F8498-8998-4F63-A41C-45D3194E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用調味、出汁、濃淡、麵體與配料縮小範圍。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FB4AB-01BE-4F8F-A51C-3AA64BD7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718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C1C3A-F500-47E1-9090-7F9CCB49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956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BE5D9-AD82-4E4B-8016-7757F634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8E77E4-F039-4C0E-A2C6-C7025C49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63F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63F2A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80970-2785-4B9A-A739-4E233060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479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硬性排除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6D52D8-FF1D-4E11-BFFE-39D359BF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過敏或不吃的食材只阻擋，不幫風格加分。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2C3E5-704D-4CE7-B86A-18028F49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2BD3D2-E7F9-4D39-A642-C55DF084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956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1DF7C7-A1DF-4CCD-9D92-C44328C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57450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20AF6-2B68-41CD-970A-871A0B56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F72473-B3E6-4C1A-8F85-66814309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4795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看 Top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FA24B-82EA-423A-835F-9D4706F2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71800"/>
            <a:ext cx="148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回傳風格、分數、口味輪廓、命中理由與推薦。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b884f911b4ee6"/>
          <a:srcRect xmlns:a="http://schemas.openxmlformats.org/drawingml/2006/main" l="0" t="46627" r="0" b="466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14500" y="4305300"/>
            <a:ext cx="8382000" cy="12573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F90B8-D2B4-4EEF-AF2A-62B7A2D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05300"/>
            <a:ext cx="838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D02220-7678-423D-890F-87A73F2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來源：src/data/questions.json；Playwright 本機流程截圖。</a:t>
            </a:r>
          </a:p>
        </p:txBody>
      </p:sp>
    </p:spTree>
    <p:extLst>
      <p:ext uri="{BB962C8B-B14F-4D97-AF65-F5344CB8AC3E}">
        <p14:creationId xmlns:p14="http://schemas.microsoft.com/office/powerpoint/2010/main" val="2590118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BD79F-A5C8-40F0-A75D-96A368FA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F8435-F94B-4E8D-9635-D1D2348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CAE3-0BBF-4B13-9605-BDE28335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5D901-3CD5-4F18-B9D2-E364CE37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03 · 分類規格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53F4E-D690-4F66-8E9E-F8DFC598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系統不是直接猜店家，而是先建立可解釋的口味分類層級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6CC51E-F4C3-4FC9-B0FA-27FA26E4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前台顯示 18 個風格，但內部會先算更細的核心型別，再收斂成使用者看得懂的結果。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E53FA-7530-499D-A4C0-CFB959F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0502F-6C0B-4E13-8A09-96DBE56E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前台風格：使用者看得懂的名稱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6D5B4-5A42-41AF-9924-86EFB570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90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rPr>
              <a:t>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E0E9E-30EC-4F14-ABD7-2517510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432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核心型別：每個風格分 clean / standard / heavy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1FD58-F103-431A-9D0F-9A0D8B94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rPr>
              <a:t>270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C7BA4-3C74-4609-8EAA-AB27F8B2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323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麵型變體：54 個型別各有 5 種麵體掛接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4CA43-0D86-4F8A-85C6-64554AC7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62400"/>
            <a:ext cx="809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681FD4-D950-4B19-A650-9641AF4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C1151-E0BB-4352-A287-B88382B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前台風格：醬油清湯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4F9BC-59E5-4997-B662-C1EDCD14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91BC4-AFAE-4AC6-9C0A-96108088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781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核心型別：清爽 / 標準 / 重口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175E1-2820-45E9-A12F-D241637B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B7C5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D6C2F-10DE-4F81-BA63-E12EEB01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90950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麵體：細直、中細、中粗、捲麵、極粗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BC5FF-BECC-456B-BB9A-894DBA3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191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給一般使用者的翻譯：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系統先判斷「你像哪一派」，再判斷「這一派裡你偏清爽還是厚重」，最後補上適合的麵體輪廓。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3D104-38A8-41DC-AF4D-603C9676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Implemented Core Hierarchy。</a:t>
            </a:r>
          </a:p>
        </p:txBody>
      </p:sp>
    </p:spTree>
    <p:extLst>
      <p:ext uri="{BB962C8B-B14F-4D97-AF65-F5344CB8AC3E}">
        <p14:creationId xmlns:p14="http://schemas.microsoft.com/office/powerpoint/2010/main" val="2336662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7BDF68-26FC-4350-A0A2-2AE9C2CE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C450D-B4E6-461C-908A-4A387B63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4BE935-BD65-494F-80AD-BB75CCCC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30205-736A-4F09-A9CC-51307E5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04 · 計分邏輯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CEDE1-094E-4271-A85D-BFDE05AA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每題不是平均投票，而是依辨識力給不同權重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AFA0C-2FF7-4C00-995D-970E011E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Q8 是例外：它只做硬過濾，代表「不能吃」比「偏好」更優先。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312C8C-7C29-43CE-BB3F-75AAFA66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Q1 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9E22F-54D8-4B6C-AB2C-3017C3BE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907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6DA3AA-4C40-4D0E-B077-7153704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90775"/>
            <a:ext cx="3638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C6AE-8532-463B-9BDB-E8F03CC9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336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59221-9499-40A0-B093-1B7C8120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Q2 輪廓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F3170-E88A-4383-9EE5-43D34B8C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908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FC166-4E81-44BE-B6D0-BEEAA175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90825"/>
            <a:ext cx="3638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C1A77-57BE-4A21-847F-2D29C02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336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8632F-4D80-4F22-84DB-C30B5436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Q3 調味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4B73F-2B64-4155-8132-0B871CF5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7F4BB-A816-4929-A2CF-BA5CE637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3409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EE22D-0CAB-43B3-B7D8-516CF4D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337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6B065-DA1C-48F7-8DF5-D62D72E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Q4 主出汁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F0BBA-09BC-4070-842D-5802130A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909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3FB2F2-ADCF-44F8-AE3F-B4A8735E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5909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2F157-99F7-4B37-A683-4955285D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337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63F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63F2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48A671-7630-4A24-946C-8F9C61E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Q5 濃淡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2D863D-FE59-4BDB-BFD5-3175FD4B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190CD7-40B6-4DCB-BB73-B077488F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90975"/>
            <a:ext cx="3181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B930B0-5125-471E-ACCF-E8E56D8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338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7D6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7D6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6D5B4-64D6-46DC-8665-20648E8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Q6 麵體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60600-6051-414B-AF63-3C396D60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6ECD1-3622-4CE0-8B11-5E006806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91025"/>
            <a:ext cx="25050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CA6F65-5ACF-4B6F-8C93-738BD33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338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2AE883-D71B-43EC-A7B5-61823E3B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Q7 標誌元素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EA2BA-9611-4D79-A6F9-EEF8313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910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B0D239-DD42-476D-B227-AD6F45E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91075"/>
            <a:ext cx="22764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C2098-A66A-4A8D-9257-0969486D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339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2A97D-57A7-47D5-8A9C-88C3E8F2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619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Q8 排除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6F7174-553D-465A-81D5-02EF4153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911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C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C22034-8A90-43D9-8D57-F57BA4A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91125"/>
            <a:ext cx="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66AB1A-5DAE-4F4F-AF19-564DC3FD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339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8C0FF2-07CE-4BB6-A493-6188F31A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9550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D89729-1D7D-4768-A498-0A8AEA9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479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核心公式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6463CC-6467-4B15-8DB2-B4862FF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3F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3F2A"/>
                </a:solidFill>
                <a:latin typeface="Aptos"/>
                <a:ea typeface="Aptos"/>
                <a:cs typeface="Aptos"/>
              </a:rPr>
              <a:t>分數 = 題目權重 × 命中程度 + 加分 - 扣分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21576-BD9A-43FC-B5B9-FC42D53F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147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1CF113-1AEA-4D20-BAE6-DA3EC608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67100"/>
            <a:ext cx="3086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命中程度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A8B55B-CF12-46E2-B078-DA9666C5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2905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完全符合：1.0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相近：0.6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部分相關：0.4</a:t>
            </a:r>
          </a:p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不相關：0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FA9320-560A-4701-AD4A-9652E345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29200"/>
            <a:ext cx="342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9525">
            <a:solidFill>
              <a:srgbClr val="B8D8C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102E8D-CD83-4925-B70B-94AE6CFC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181600"/>
            <a:ext cx="308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一般使用者版解釋：</a:t>
            </a:r>
          </a:p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每個答案都不是只選是或否，而是看它跟某種拉麵風格有多接近。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470AC1-703E-49DD-A8B9-4CBF6AB5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Question Model / Scoring。</a:t>
            </a:r>
          </a:p>
        </p:txBody>
      </p:sp>
    </p:spTree>
    <p:extLst>
      <p:ext uri="{BB962C8B-B14F-4D97-AF65-F5344CB8AC3E}">
        <p14:creationId xmlns:p14="http://schemas.microsoft.com/office/powerpoint/2010/main" val="7200423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D95BF3-CCAE-4500-825B-3CD20240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6985B-C9BE-438A-B014-9D0A176B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F6FFF-5379-49AB-94A4-4057A7D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0FAAE-D721-4A6F-8FF8-0943DDFD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05 · 推薦資料層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E74DD-174D-4F25-915C-E5F32775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V1 已經不只回傳風格，也能把結果接到真實店家與品項資料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DC257-0F28-498F-B5FB-EC67E5C8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店家與品項不參與風格計分，而是在結果出來後做 enrichment，避免推薦資料影響分類公平性。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61157-278D-40F6-B285-CAF4D353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0A55C-119F-4C9A-B996-63B033E6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C0F49-E1D0-4E97-AF18-E00FDFF6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146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分數結果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76309-A19B-4875-99CE-63F292D4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384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Top 3 帶有 styleId、coreTypeId、subtypeId。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E5732-0D6E-469C-8DC1-E129BFD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7736D-57EA-46C4-BA49-790AE4D1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813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1B88E-2E68-4C7F-8C4A-0294ED81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C15E9-EC04-4AF4-8422-D32D2113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955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A90D92-152D-4B6F-86D0-8F595070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14600"/>
            <a:ext cx="2247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資料掛接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6D55DD-E81B-48F8-A823-BF13F74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catalog 依三層訊號找官方來源整理的店家與品項。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520F5-898C-4EF8-8976-C3EE004A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1887D-FEAC-407C-8470-D61D81B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81300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3B8BD-E36B-4657-B2EA-08293864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5D6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C9589-8413-4FD2-82C0-71CDB7DD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400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6EDFC0-FA32-470A-9339-AB578D09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1962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結果頁呈現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E52008-7A50-4CBA-9D5A-9FA7BDA9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384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每個 Top result 最多 2 間店、每店最多 2 個品項。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5C1C8-183A-4174-88ED-248D9231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52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4C3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8BA0A8-920C-4272-87B9-5BE86866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81500"/>
            <a:ext cx="925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目前 catalog 範例：一風堂、横浜家系ラーメン大和家、東京油組、麺屋はなび、とみ田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EF2F0-29A6-478A-B9EC-8A105949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48250"/>
            <a:ext cx="800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這張投影片可用一句話說完：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分類引擎決定「你像哪一碗」，資料層再回答「有沒有真實店家或品項可以接上」。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1B047E-9D67-4AAD-B965-711B8C50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Catalog Layer；src/data/catalog.json。</a:t>
            </a:r>
          </a:p>
        </p:txBody>
      </p:sp>
    </p:spTree>
    <p:extLst>
      <p:ext uri="{BB962C8B-B14F-4D97-AF65-F5344CB8AC3E}">
        <p14:creationId xmlns:p14="http://schemas.microsoft.com/office/powerpoint/2010/main" val="2106873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90FD8-E244-4DF5-A446-12ADD27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80F75-ED7F-4D46-B40D-52ABC14D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A73E-F34D-4CA2-AA29-6B0C3774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40BAB-7BF2-41E1-87B8-839B0162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06 · 現行系統架構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48972-88F4-48B5-9314-4DA9B53A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目前是 client-side MVP：資料、規則、計分、顯示都在前端完成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173AC-0E62-439D-8764-3A579738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這種架構適合期末展示與 MVP 驗證；之後若要多人維護、位置排序或即時資料，就需要後台與資料更新流程。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A2386-FA59-48E0-898E-6113C8F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D9A44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73CE19-C7B4-40C0-B525-F215A1E2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8E584-FC2F-47EB-B0E3-8FAB9A95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JSON data files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questions / styles / catalog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4ABFE-B2C5-49A8-9E9D-CDAFF88E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D9A4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62A9D-E9CA-4301-A4A0-C87DD8A0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2602D-3192-40E4-A650-A9A629DD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Config loaders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schema 驗證與轉換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629CD-2E5F-49D5-99DB-1D981706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19050">
            <a:solidFill>
              <a:srgbClr val="2F7D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EA8FB-9813-4435-ADEE-3167D8BA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EBC50-B5F3-44D2-B0C8-EF381411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React UI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問卷、語系、結果頁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866C8-417F-4AEF-B1BF-4A629E84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3"/>
          </a:solidFill>
          <a:ln xmlns:a="http://schemas.openxmlformats.org/drawingml/2006/main" w="19050">
            <a:solidFill>
              <a:srgbClr val="2F7D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FD60E-59C2-4158-B0B8-0A24813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54382-B6B6-4F6F-BDF6-EDB771BC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005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Scoring engine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54 core types 計分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ABC37D-8A74-436D-816D-5394D2B7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2F5F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855ACF-A2BD-4583-85E1-6353E7D0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669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88BCB-28A1-4256-97A9-E992898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384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Catalog enricher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結果掛到店家 / 品項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77A4A3-3EF4-4598-B472-B99167B8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290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19050">
            <a:solidFill>
              <a:srgbClr val="2F5F8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7846F-883B-435A-B08D-BB1D994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2905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43FAD4-12A9-4173-A077-F25CA41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000500"/>
            <a:ext cx="2019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localStorage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暫存作答進度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565FF-A5DF-4F08-B59F-DEA2D247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19050">
            <a:solidFill>
              <a:srgbClr val="D15B2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89931-5A91-4C03-B655-3660D09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457EB8-5D71-4676-B5DC-F243CEE0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19450"/>
            <a:ext cx="1733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Vitest tests</a:t>
            </a:r>
          </a:p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規則、資料、UI 流程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EFEA0E-075B-464D-BA0E-1B5F0ED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86050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DD6284-BB43-4CF8-BB4C-59792E9E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356B68-5B89-4A84-8B5F-A1E3CEDF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48150"/>
            <a:ext cx="93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0FB444-6CE0-4B87-B57B-A40767C4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861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277A0E-CBA8-4ABE-B0F0-FC23D054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C1F2AB-9FFF-430F-AEE7-5A1AE371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486400"/>
            <a:ext cx="803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重點：目前沒有後端帳號、分析後台或協同過濾；這是刻意保留的 V1 範圍。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EADF49-D2A6-4C28-AC2D-379490E7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來源：README.md · Structure；docs/spec.md · Frozen Decisions。</a:t>
            </a:r>
          </a:p>
        </p:txBody>
      </p:sp>
    </p:spTree>
    <p:extLst>
      <p:ext uri="{BB962C8B-B14F-4D97-AF65-F5344CB8AC3E}">
        <p14:creationId xmlns:p14="http://schemas.microsoft.com/office/powerpoint/2010/main" val="1866830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5F6539-E827-4671-A448-7FA1F8B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C8B15-6706-456C-8EE6-89B86DC2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D0138-1608-40F2-95C5-31C4ED18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11C23-A9DD-4197-918A-AD04186E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07 · 品質驗證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C69A2-DFF9-428C-838B-9FA6DDB8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這份 MVP 的可信度來自可測試的規則，而不是只靠感覺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9BC06-8C0E-4475-AE7D-4611132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測試覆蓋從資料層、分類層到 UI 流程，讓之後改規則時比較不會默默破壞結果。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2FC7CA-0BCA-4D29-83AC-7EE5212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42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5F8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EE243-C033-4D42-B390-F37F535E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主要測試區塊：scorer、taxonomy、catalog、UI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6AFC6-BDBC-4D57-A3C6-39C468C9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15B2F"/>
                </a:solidFill>
                <a:latin typeface="Aptos Display"/>
                <a:ea typeface="Aptos Display"/>
                <a:cs typeface="Aptos Display"/>
              </a:rPr>
              <a:t>Top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4B5F8-5F7F-4ECB-BF83-8116236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結果頁要同時呈現分數、輪廓與理由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D5D80-B741-4ED3-94AB-E57F7BDF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F7D66"/>
                </a:solidFill>
                <a:latin typeface="Aptos Display"/>
                <a:ea typeface="Aptos Display"/>
                <a:cs typeface="Aptos Display"/>
              </a:rPr>
              <a:t>V1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F1D6DD-ED1B-457F-99B6-977F26A9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4320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已可本機互動展示，但仍不是完整商用推薦平台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3B191-2DA1-4441-8474-8637C586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1D9DB-FBBC-4988-9986-505099A3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576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27687-64D8-4E17-A781-B956AC2C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scorer fixtures：覆蓋家系、二郎、鴨貝、昆布水、台灣まぜ、硬過濾與 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EBBC9-7296-447C-A1A7-99AE4C26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72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A7E6A-1543-40E0-A3E0-5046DC9F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863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taxonomy tests：驗證 18 display styles、54 core types、每個 core type 的 5 個 noodle variants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14798-CF18-4BE6-B0F5-88A675AB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3D3B14-B83E-4543-98E3-E579A789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00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catalog tests：驗證有資料與無資料兩種推薦掛接路徑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8E7117-3A37-4312-8E3A-63A14E06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00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29D3D3-03CF-4C48-A306-921946A1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UI tests：覆蓋 intro 到結果頁，以及推薦 / blocked lead 呈現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0DC03-1E8E-49AB-BCA9-12262F41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Implemented Tests；README.md · Current Scope。</a:t>
            </a:r>
          </a:p>
        </p:txBody>
      </p:sp>
    </p:spTree>
    <p:extLst>
      <p:ext uri="{BB962C8B-B14F-4D97-AF65-F5344CB8AC3E}">
        <p14:creationId xmlns:p14="http://schemas.microsoft.com/office/powerpoint/2010/main" val="10719494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C062E-3107-44CD-AE6D-C641765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6933D-60D7-4272-A31A-1038FCB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AEF74-01AE-4611-A4AB-48AF6428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B6CC6-58CD-4F54-96E0-D98E5A28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08 · 限制與下一步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36CF5-9A89-4432-9D6C-137EFE48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目前已能展示核心推薦流程；下一階段要補的是真實營運能力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9053-D559-4A03-9712-F16B5D17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規格已明確列出 V1 邊界：現在先驗證分類與可解釋結果，之後再補地理、供應、維護與資料更新。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D52CF-754E-4332-BEB0-3437D74E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F82BA-D063-42B8-A42D-3D1A567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05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FD860-5E93-4E3D-9729-71E61FD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D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66"/>
                </a:solidFill>
                <a:latin typeface="Aptos"/>
                <a:ea typeface="Aptos"/>
                <a:cs typeface="Aptos"/>
              </a:rPr>
              <a:t>現在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29E96-509C-450C-9C5C-502E187E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2902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前端 MVP：8 題問卷、Top 3、分數理由、真實 catalog 初版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50DB5-7853-4ADE-97B3-601E46D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05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6A852-15B2-42CA-9D2F-59461921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05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5B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15B2F"/>
                </a:solidFill>
                <a:latin typeface="Aptos"/>
                <a:ea typeface="Aptos"/>
                <a:cs typeface="Aptos"/>
              </a:rPr>
              <a:t>下一步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5844C-7E2C-437B-8DB9-A74600CB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2902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地理排序：讓推薦能貼近使用者所在地與交通距離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C61E1-78D4-49DF-A595-CACE090D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05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C5222-4EB8-4F1A-818D-0F60024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5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5F8F"/>
                </a:solidFill>
                <a:latin typeface="Aptos"/>
                <a:ea typeface="Aptos"/>
                <a:cs typeface="Aptos"/>
              </a:rPr>
              <a:t>下一步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A0B82-A16C-43B6-A28D-F8A77793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2902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供應狀態：避免推薦已停售或暫停供應的品項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8053B-F527-405D-9B55-DD5EFE3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051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F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6A7817-C05F-4F64-A2D8-420B83FD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63F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3F2A"/>
                </a:solidFill>
                <a:latin typeface="Aptos"/>
                <a:ea typeface="Aptos"/>
                <a:cs typeface="Aptos"/>
              </a:rPr>
              <a:t>下一步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EF20C-BEA5-490E-9A90-A81CD5E9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29025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資料維護：讓非工程角色能更新 catalog，不必改程式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213D0-35CA-4D55-99A3-1C8116D6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4C3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6492E-23D2-4E1B-B138-18444D53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906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目前缺口：位置排序、供應狀態、更多台灣在地店家、非工程資料更新工作流、localStorage 多路徑整合測試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BFE182-E277-4611-AD9F-6A43C70C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來源：docs/spec.md · Current Gaps；README.md · Next。</a:t>
            </a:r>
          </a:p>
        </p:txBody>
      </p:sp>
    </p:spTree>
    <p:extLst>
      <p:ext uri="{BB962C8B-B14F-4D97-AF65-F5344CB8AC3E}">
        <p14:creationId xmlns:p14="http://schemas.microsoft.com/office/powerpoint/2010/main" val="4851200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79672-108C-49A6-9EB9-77FE2A42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2B763-A00D-4EA5-A337-B13F07EE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48881-9B05-4124-B2A9-55CA1617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191250"/>
            <a:ext cx="76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EBD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EBD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0A965-1AB3-402F-8097-D03AF3A9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A441"/>
                </a:solidFill>
                <a:latin typeface="Aptos"/>
                <a:ea typeface="Aptos"/>
                <a:cs typeface="Aptos"/>
              </a:rPr>
              <a:t>09 · 結論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B138F-616D-4D9C-A111-3F19F81D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8EF"/>
                </a:solidFill>
                <a:latin typeface="Aptos Display"/>
                <a:ea typeface="Aptos Display"/>
                <a:cs typeface="Aptos Display"/>
              </a:rPr>
              <a:t>期末報告主線：把技術規格講成一個使用者會懂的推薦系統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5D3B6-06C0-432E-83C3-21F3CDD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D8C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8D8C4"/>
                </a:solidFill>
                <a:latin typeface="Aptos"/>
                <a:ea typeface="Aptos"/>
                <a:cs typeface="Aptos"/>
              </a:rPr>
              <a:t>10 分鐘口頭節奏：每張約 1 分鐘，架構與計分兩張可多講 20 秒，限制與結論可收短。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D3D36-A7F4-49D7-A4CC-DDF317C2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F3B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76337-C231-4FB0-8D64-5C4CD9F3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3657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8EF"/>
                </a:solidFill>
                <a:latin typeface="Aptos"/>
                <a:ea typeface="Aptos"/>
                <a:cs typeface="Aptos"/>
              </a:rPr>
              <a:t>三個收尾重點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0E4DE-88A1-4516-94AD-5AC39884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908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5BFFC-5423-434F-BE25-883094CA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051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8EF"/>
                </a:solidFill>
                <a:latin typeface="Aptos"/>
                <a:ea typeface="Aptos"/>
                <a:cs typeface="Aptos"/>
              </a:rPr>
              <a:t>它把複雜分類藏在後台，讓使用者只要回答日常口味。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C4C25C-2096-4966-8E70-EA71E56C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5B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A165B-3946-4C74-AA02-7DA6BEB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8EF"/>
                </a:solidFill>
                <a:latin typeface="Aptos"/>
                <a:ea typeface="Aptos"/>
                <a:cs typeface="Aptos"/>
              </a:rPr>
              <a:t>它用權重、硬過濾、加扣分做出可解釋的 Top 3。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76B88-9D49-410F-BDA2-554B8937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9D2C4-D893-41CF-8153-CB3A6068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00550"/>
            <a:ext cx="323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8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8EF"/>
                </a:solidFill>
                <a:latin typeface="Aptos"/>
                <a:ea typeface="Aptos"/>
                <a:cs typeface="Aptos"/>
              </a:rPr>
              <a:t>它已保留接真實店家與品項資料的擴充方向。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8acbfba6548d1"/>
          <a:stretch xmlns:a="http://schemas.openxmlformats.org/drawingml/2006/main"/>
        </p:blipFill>
        <p:spPr>
          <a:xfrm xmlns:a="http://schemas.openxmlformats.org/drawingml/2006/main">
            <a:off x="6872116" y="1981200"/>
            <a:ext cx="2353018" cy="2476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09A81-E9AE-4824-9482-C37B7266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76800"/>
            <a:ext cx="552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E4C3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D60DA-55CB-48BC-87FE-F421F387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53000"/>
            <a:ext cx="525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一句話結論：這是一個用 React 做出來、以規則和資料驅動的拉麵風格推薦 MVP。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BAFEF-0AD1-4C66-B1AD-08BDE924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9B8A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9B8A5"/>
                </a:solidFill>
                <a:latin typeface="Aptos"/>
                <a:ea typeface="Aptos"/>
                <a:cs typeface="Aptos"/>
              </a:rPr>
              <a:t>建議報告收尾：展示結果頁，再回到這張總結。</a:t>
            </a:r>
          </a:p>
        </p:txBody>
      </p:sp>
    </p:spTree>
    <p:extLst>
      <p:ext uri="{BB962C8B-B14F-4D97-AF65-F5344CB8AC3E}">
        <p14:creationId xmlns:p14="http://schemas.microsoft.com/office/powerpoint/2010/main" val="963639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2026-06-03T07:08:10.2530000Z</dcterms:created>
  <dcterms:modified xsi:type="dcterms:W3CDTF">2026-06-03T07:08:10.2530000Z</dcterms:modified>
</coreProperties>
</file>